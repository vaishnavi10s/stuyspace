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3750" y="1398654"/>
            <a:ext cx="4696500" cy="68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477603" y="2236721"/>
            <a:ext cx="4188629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Business in the Digital 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11437" y="3013604"/>
            <a:ext cx="4721126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Complete Guide to DM Strategy, Opportunities &amp; Future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31128" y="3558315"/>
            <a:ext cx="2081580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Educator Session •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Digital Marketing?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5"/>
            <a:ext cx="7620166" cy="1999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of products/services using digital channels &amp; technologies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Social Media, SEO, Email, Content, PPC, Analytics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Data-driven, measurable, and highly targeted approach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real-time engagement with target audiences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experience across devices and platforms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6"/>
            <a:ext cx="7924933" cy="115159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401094"/>
            <a:ext cx="7924933" cy="115159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3552694"/>
            <a:ext cx="7924933" cy="115159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Digital Marketing Channels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301" y="1554262"/>
            <a:ext cx="746170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301" y="1904505"/>
            <a:ext cx="7461707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Facebook, Instagram, LinkedIn, TikTok, YouTube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14301" y="2705862"/>
            <a:ext cx="746170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301" y="3056103"/>
            <a:ext cx="7461707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SEO, Google Ads, Bing Ads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14301" y="3857460"/>
            <a:ext cx="746170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301" y="4207702"/>
            <a:ext cx="7461707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Campaigns, Blogs, Videos, Podcasts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Care About Digital Marketing?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5"/>
            <a:ext cx="7620166" cy="1154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of Ad Spend: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Digital now commands ₹49,000 Cr (44% of total Indian ad market)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YoY Growth: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Digital advertising growing 2x faster than traditional media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Dominance: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78% of digital ads on mobile platforms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6"/>
            <a:ext cx="7924933" cy="127975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529253"/>
            <a:ext cx="7924933" cy="127975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3809009"/>
            <a:ext cx="7924933" cy="127975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Digital Advertising Opportunity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3389" y="1478031"/>
            <a:ext cx="7617222" cy="53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$1.16 Trillion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3389" y="2087398"/>
            <a:ext cx="761722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Digital Ad Spend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389" y="2757785"/>
            <a:ext cx="7617222" cy="53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3389" y="3367155"/>
            <a:ext cx="761722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Share of Ad Spend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389" y="4037542"/>
            <a:ext cx="7617222" cy="53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$5B+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3389" y="4646912"/>
            <a:ext cx="761722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Social Media Ad Spend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401794"/>
            <a:ext cx="7924933" cy="84402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Digital Marketing Boom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818" y="1630328"/>
            <a:ext cx="7584837" cy="23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Projection:</a:t>
            </a:r>
            <a:pPr indent="0" marL="0">
              <a:lnSpc>
                <a:spcPts val="1848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₹56,400 Crore digital ad spend (15% growth from FY2025)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914301" y="2398116"/>
            <a:ext cx="7620166" cy="1154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Million Internet Users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2025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FMCG + eCommerce: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68% of digital spend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First: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Smartphone as primary engagement device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Job Market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3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8-10% Growth Rate: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Faster than average occupations (US BLS 2033 projection)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Degree Required: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 &amp; portfolio matter more than traditional MBA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1000s of Openings Monthly: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all industries and geographies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Salaries: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Entry to senior roles available at premium rates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DM Roles in India (2025)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3"/>
            <a:ext cx="34545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48667" y="1249493"/>
            <a:ext cx="17272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94301" y="1249493"/>
            <a:ext cx="25909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(INR/Year)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34" y="1584689"/>
            <a:ext cx="34545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Analyst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48667" y="1584689"/>
            <a:ext cx="17272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94301" y="1584689"/>
            <a:ext cx="25909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 LPA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534" y="1960729"/>
            <a:ext cx="34545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Marketing Manager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48667" y="1960729"/>
            <a:ext cx="17272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18%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94301" y="1960729"/>
            <a:ext cx="25909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7-12 LPA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534" y="2336767"/>
            <a:ext cx="34545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PPC/SEM Specialist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48667" y="2336767"/>
            <a:ext cx="17272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94301" y="2336767"/>
            <a:ext cx="25909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6-10 LPA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534" y="2712804"/>
            <a:ext cx="34545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Specialist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48667" y="2712804"/>
            <a:ext cx="17272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15%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94301" y="2712804"/>
            <a:ext cx="25909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4-7 LPA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DM Revolution: What's Changing?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Machine Learning: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Personalization, segmentation, predictive analytics at scale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Commerce 2.0: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 try-ons, AI styling, direct checkout on social platforms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Integration: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Seamless customer journey across touchpoints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 Marketing: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Consent-based data, cookieless tracking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9496"/>
            <a:ext cx="7924933" cy="115159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401095"/>
            <a:ext cx="7924933" cy="115159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3552695"/>
            <a:ext cx="7924933" cy="115159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Digital Marketing Trends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301" y="1554263"/>
            <a:ext cx="746170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Ecosystems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301" y="1904507"/>
            <a:ext cx="7461707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content, chatbots, predictive analytics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14301" y="2705863"/>
            <a:ext cx="746170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Search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301" y="3056106"/>
            <a:ext cx="7461707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Image, video, text, voice all integrated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14301" y="3857462"/>
            <a:ext cx="746170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Immersive Commerce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301" y="4207706"/>
            <a:ext cx="7461707" cy="19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AR/VR, metaverse experiences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Research-Backed DM Trends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1"/>
            <a:ext cx="8083431" cy="20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analysis of 145+ peer-reviewed papers (2020-2025):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914301" y="1604530"/>
            <a:ext cx="7620166" cy="1154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personalization at unprecedented scale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omnichannel marketing strategies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transformation &amp; creator economy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Ahead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1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&amp; Compliance: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GDPR, CCPA, local regulations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Gap: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 for AI/ML literacy and analytics expertise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Marketing: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Transparency, fairness, responsible AI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Complexity: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Multi-touch journeys require sophisticated measurement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Learning Resources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1"/>
            <a:ext cx="7620166" cy="2925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Reports: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430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Ipsos Digital Marketing India 2025-26 | DataReportal Digital 2026 Global Overview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Platforms: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430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Analytics Academy (free) | HubSpot Academy | SEMrush Blog | Neil Patel Blog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Learning: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430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Specializations from top universities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430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Ads, Google Analytics, HubSpot Certified, Meta Blueprint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401794"/>
            <a:ext cx="7924933" cy="17441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Research Paper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818" y="1630328"/>
            <a:ext cx="758483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Reading: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9818" y="1919715"/>
            <a:ext cx="758483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"Emerging Trends and Future Directions in Digital Marketing"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9818" y="2254909"/>
            <a:ext cx="7584837" cy="20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IJMRA Journal (2025) • Systematic review of 145+ peer-reviewed papers (2020-2025)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69818" y="2533715"/>
            <a:ext cx="7436115" cy="383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Covers: AI integration, omnichannel strategy, privacy compliance, ethical marketing, sustainability, and future research directions for digital marketing practitioners and scholars.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09534" y="3450496"/>
            <a:ext cx="8083431" cy="18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PDF: www.ijmra.us/project%20doc/2025/IJMT_SEPTEMBER2025/IJMT1_Oct25.pdf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325728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is now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of India's ad spend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growing 20% YoY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opportunities are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abundant &amp; lucrative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8-10% job growth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personalization, and omnichannel are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 the future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matter more than degrees—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 and portfolios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your best bet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334" y="1728062"/>
            <a:ext cx="2495332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58690" y="2505280"/>
            <a:ext cx="4426456" cy="266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Discuss Digital Marketing's Future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804321" y="3228910"/>
            <a:ext cx="3535194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Materials • Research-Backed Insights • 2026 Data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2026-01-22T19:25:03Z</dcterms:created>
  <dcterms:modified xsi:type="dcterms:W3CDTF">2026-01-22T19:25:03Z</dcterms:modified>
</cp:coreProperties>
</file>